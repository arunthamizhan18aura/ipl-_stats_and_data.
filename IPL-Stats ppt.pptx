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" panose="020B0604020202020204" charset="0"/>
      <p:regular r:id="rId13"/>
    </p:embeddedFont>
    <p:embeddedFont>
      <p:font typeface="Barlow Medium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44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664" y="1735262"/>
            <a:ext cx="3588916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IPL Stats &amp; Quiz Project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50664" y="2324249"/>
            <a:ext cx="4613672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fully interactive Python-powered cricket dashboard — built for fans, by fans. Enter your details, explore match data, crunch strike rates, and test your IPL knowledge in one seamless experience.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50664" y="3144664"/>
            <a:ext cx="1116583" cy="258812"/>
          </a:xfrm>
          <a:prstGeom prst="roundRect">
            <a:avLst>
              <a:gd name="adj" fmla="val 17875"/>
            </a:avLst>
          </a:prstGeom>
          <a:solidFill>
            <a:srgbClr val="480405"/>
          </a:solidFill>
          <a:ln/>
        </p:spPr>
      </p:sp>
      <p:sp>
        <p:nvSpPr>
          <p:cNvPr id="6" name="Text 3"/>
          <p:cNvSpPr/>
          <p:nvPr/>
        </p:nvSpPr>
        <p:spPr>
          <a:xfrm>
            <a:off x="633264" y="3185964"/>
            <a:ext cx="140858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36080" y="3139901"/>
            <a:ext cx="925711" cy="268337"/>
          </a:xfrm>
          <a:prstGeom prst="roundRect">
            <a:avLst>
              <a:gd name="adj" fmla="val 17240"/>
            </a:avLst>
          </a:prstGeom>
          <a:noFill/>
          <a:ln w="4763">
            <a:solidFill>
              <a:srgbClr val="F65F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3442" y="3185964"/>
            <a:ext cx="120818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+ DATA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30624" y="3139901"/>
            <a:ext cx="593750" cy="268337"/>
          </a:xfrm>
          <a:prstGeom prst="roundRect">
            <a:avLst>
              <a:gd name="adj" fmla="val 17240"/>
            </a:avLst>
          </a:prstGeom>
          <a:noFill/>
          <a:ln w="4763">
            <a:solidFill>
              <a:srgbClr val="F65F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17986" y="3185964"/>
            <a:ext cx="87622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IPL 2024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526777"/>
            <a:ext cx="3460403" cy="37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What This Project Does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50664" y="1155576"/>
            <a:ext cx="8042672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project brings together everything an IPL fan could want in a single interactive terminal experience. From personalized onboarding to live stats and a timed quiz, it's a complete cricket companion built in Python.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50664" y="1720900"/>
            <a:ext cx="2594744" cy="1488281"/>
          </a:xfrm>
          <a:prstGeom prst="roundRect">
            <a:avLst>
              <a:gd name="adj" fmla="val 3764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8777" y="1859012"/>
            <a:ext cx="400124" cy="400124"/>
          </a:xfrm>
          <a:prstGeom prst="roundRect">
            <a:avLst>
              <a:gd name="adj" fmla="val 14281644"/>
            </a:avLst>
          </a:prstGeom>
          <a:solidFill>
            <a:srgbClr val="F65F6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835" y="1968996"/>
            <a:ext cx="180008" cy="180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8777" y="2388319"/>
            <a:ext cx="1481956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 Profile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8777" y="2651075"/>
            <a:ext cx="2318519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Capture username, favorite team, and favorite team’s IPL overview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4591" y="1720900"/>
            <a:ext cx="2594744" cy="1488281"/>
          </a:xfrm>
          <a:prstGeom prst="roundRect">
            <a:avLst>
              <a:gd name="adj" fmla="val 3764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2703" y="1859012"/>
            <a:ext cx="400124" cy="400124"/>
          </a:xfrm>
          <a:prstGeom prst="roundRect">
            <a:avLst>
              <a:gd name="adj" fmla="val 14281644"/>
            </a:avLst>
          </a:prstGeom>
          <a:solidFill>
            <a:srgbClr val="F65F6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2762" y="1968996"/>
            <a:ext cx="180008" cy="180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2703" y="2388319"/>
            <a:ext cx="1481956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Match Table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12703" y="2651075"/>
            <a:ext cx="2318519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tabular view of all IPL matches with winners and MOTM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98518" y="1720900"/>
            <a:ext cx="2594744" cy="1488281"/>
          </a:xfrm>
          <a:prstGeom prst="roundRect">
            <a:avLst>
              <a:gd name="adj" fmla="val 3764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36630" y="1859012"/>
            <a:ext cx="400124" cy="400124"/>
          </a:xfrm>
          <a:prstGeom prst="roundRect">
            <a:avLst>
              <a:gd name="adj" fmla="val 14281644"/>
            </a:avLst>
          </a:prstGeom>
          <a:solidFill>
            <a:srgbClr val="F65F6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6688" y="1968996"/>
            <a:ext cx="180008" cy="180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6630" y="2388319"/>
            <a:ext cx="1481956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Strike Rates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36630" y="2651075"/>
            <a:ext cx="2318519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the top 3 strike rates of players  from the  teams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50664" y="3338364"/>
            <a:ext cx="3956670" cy="1278285"/>
          </a:xfrm>
          <a:prstGeom prst="roundRect">
            <a:avLst>
              <a:gd name="adj" fmla="val 4382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8777" y="3476476"/>
            <a:ext cx="400124" cy="400124"/>
          </a:xfrm>
          <a:prstGeom prst="roundRect">
            <a:avLst>
              <a:gd name="adj" fmla="val 14281644"/>
            </a:avLst>
          </a:prstGeom>
          <a:solidFill>
            <a:srgbClr val="F65F6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8835" y="3586460"/>
            <a:ext cx="180008" cy="1800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777" y="4005783"/>
            <a:ext cx="1481956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SR Calculator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8777" y="4268539"/>
            <a:ext cx="3680445" cy="20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 strike rate calculator for any runs and balls combination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45447" y="3348781"/>
            <a:ext cx="3956745" cy="1278285"/>
          </a:xfrm>
          <a:prstGeom prst="roundRect">
            <a:avLst>
              <a:gd name="adj" fmla="val 4382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4629" y="3476476"/>
            <a:ext cx="400124" cy="400124"/>
          </a:xfrm>
          <a:prstGeom prst="roundRect">
            <a:avLst>
              <a:gd name="adj" fmla="val 14281644"/>
            </a:avLst>
          </a:prstGeom>
          <a:solidFill>
            <a:srgbClr val="F65F6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84688" y="3586460"/>
            <a:ext cx="180008" cy="1800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4629" y="4005783"/>
            <a:ext cx="1481956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IPL Quiz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774629" y="4268539"/>
            <a:ext cx="3680520" cy="20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10-question quiz with optional start, scoring, and timing</a:t>
            </a:r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3C967E-69BF-497B-8718-270B113FD321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990674"/>
            <a:ext cx="3642420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1: User Onboarding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648495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project kicks off with a friendly, personalized welcome. The user is prompted to enter three key pieces of information that shape the rest of their experience.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614" y="2243882"/>
            <a:ext cx="3661470" cy="19088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4530" y="2400598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Username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4530" y="2674441"/>
            <a:ext cx="2218506" cy="1321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user types in their name or nickname. This is used throughout the project to personalize messages, quiz results, and the final scorecard — making the experience feel truly theirs.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8592" y="2243882"/>
            <a:ext cx="4183794" cy="19088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88235" y="2400598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Favorite IPL Team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708445" y="2863230"/>
            <a:ext cx="2218506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user selects their favorite IPL franchise (e.g., MI, CSK, RCB). This gives them their teams overview.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218039" y="2674441"/>
            <a:ext cx="2218506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0ACE7B-594F-4652-8108-E061FF7D2801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627757"/>
            <a:ext cx="4483671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2: Personalized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285577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collecting user inputs, the program displays a clean, formatted overview summarizing everything the user entered. This acts as a welcome screen before diving into the data-heavy sections.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1545" y="1880964"/>
            <a:ext cx="4470499" cy="2634704"/>
          </a:xfrm>
          <a:prstGeom prst="roundRect">
            <a:avLst>
              <a:gd name="adj" fmla="val 3763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9211" y="2018630"/>
            <a:ext cx="19870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What Gets Displayed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9211" y="2347540"/>
            <a:ext cx="4195167" cy="10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personalized greeting using the username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Their chosen favorite IPL team highlighted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Their preferred match position noted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brief welcome message about the IPL season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3592" y="2018630"/>
            <a:ext cx="19870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63592" y="2347540"/>
            <a:ext cx="3434432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overview creates a sense of personalization right from the start. Instead of jumping straight into raw data, the user feels acknowledged. It's a small UX touch that makes the project feel polished and intentional — like the program was built just for them. Not like its actually made for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63592" y="3603724"/>
            <a:ext cx="3434432" cy="757089"/>
          </a:xfrm>
          <a:prstGeom prst="roundRect">
            <a:avLst>
              <a:gd name="adj" fmla="val 7638"/>
            </a:avLst>
          </a:prstGeom>
          <a:solidFill>
            <a:srgbClr val="48040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258" y="3817218"/>
            <a:ext cx="172045" cy="1376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10969" y="3762003"/>
            <a:ext cx="284938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Think of this as the "locker room intro" before the main game begins!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3F84E9-9346-47C2-90DF-ED36BA4BAB5D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655216"/>
            <a:ext cx="4285431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3: Full Match Data 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313036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centerpiece of the stats section is a complete, well-formatted table displaying every IPL match from the season. This is where raw data becomes readable and useful.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50664" y="1908423"/>
            <a:ext cx="8042672" cy="1984474"/>
          </a:xfrm>
          <a:prstGeom prst="roundRect">
            <a:avLst>
              <a:gd name="adj" fmla="val 291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5427" y="1913186"/>
            <a:ext cx="8033147" cy="394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3241" y="2000548"/>
            <a:ext cx="9827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Match #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98922" y="200054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Team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44862" y="200054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Team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90802" y="200054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Winner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35486" y="2000547"/>
            <a:ext cx="2061028" cy="31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Man of the Match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82681" y="2000548"/>
            <a:ext cx="16254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5427" y="2308175"/>
            <a:ext cx="8033147" cy="394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3241" y="2395538"/>
            <a:ext cx="9827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98922" y="239553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CSK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862" y="239553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RCB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90802" y="239553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CSK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36741" y="2395538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</a:t>
            </a:r>
            <a:r>
              <a:rPr lang="en-US" sz="1050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Ruturaj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Gaikwad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2681" y="2395538"/>
            <a:ext cx="16254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0664" y="2697326"/>
            <a:ext cx="8033147" cy="394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3241" y="2790527"/>
            <a:ext cx="9827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98922" y="279052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MI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44862" y="279052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DC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90802" y="279052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MI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36741" y="279052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Rohit Sharma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82681" y="2790527"/>
            <a:ext cx="16254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5427" y="3098155"/>
            <a:ext cx="8033147" cy="394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3241" y="3185517"/>
            <a:ext cx="9827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98922" y="318551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KKR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44862" y="318551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SRH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90802" y="318551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KKR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36741" y="318551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   Sunil Narine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82681" y="3185517"/>
            <a:ext cx="16254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7612" y="3539207"/>
            <a:ext cx="8033147" cy="394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3241" y="3580507"/>
            <a:ext cx="9827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4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98922" y="358050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RR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44862" y="358050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PBKS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90802" y="358050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RR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36741" y="3580507"/>
            <a:ext cx="162304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  Sanju Samson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82681" y="3580507"/>
            <a:ext cx="16254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0664" y="4047753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table can be expanded to include additional columns like margin of victory, date, or toss winner. Using Python's </a:t>
            </a:r>
            <a:r>
              <a:rPr lang="en-US" sz="10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tabulate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library or formatted f-strings keeps the output clean and aligned in the terminal.</a:t>
            </a:r>
            <a:endParaRPr lang="en-US" sz="10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10A07D-1D77-46B9-9DFD-876796A9AC11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832470"/>
            <a:ext cx="3880396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4: Top 3 Strike Rates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490290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Once the user's favorite team is known, the program filters and displays the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3 strike rates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among players from that team. Strike rate is one of the most exciting batting metrics in T20 cricket — it measures how quickly a batsman scores.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50664" y="2154510"/>
            <a:ext cx="2566169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185+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068809" y="2780928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Elite Strike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0664" y="3054772"/>
            <a:ext cx="2566169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finishers in T20 cricket often maintain SR above 185 — a benchmark for explosive batting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88878" y="2154510"/>
            <a:ext cx="2566169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3807023" y="2780928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Players Shown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8878" y="3054772"/>
            <a:ext cx="256616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program displays exactly the top 3 performers from the user's chosen 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27093" y="2154510"/>
            <a:ext cx="2566243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100</a:t>
            </a:r>
            <a:endParaRPr lang="en-US" sz="3550" dirty="0"/>
          </a:p>
        </p:txBody>
      </p:sp>
      <p:sp>
        <p:nvSpPr>
          <p:cNvPr id="11" name="Text 9"/>
          <p:cNvSpPr/>
          <p:nvPr/>
        </p:nvSpPr>
        <p:spPr>
          <a:xfrm>
            <a:off x="6545312" y="2780928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Baseline SR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27093" y="3054772"/>
            <a:ext cx="2566243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strike rate of 100 means 1 run per ball — the minimum benchmark for a healthy T20 innings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0664" y="3870424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Strike Rate Formula: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SR = (Runs Scored ÷ Balls Faced) × 100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Players are sorted in descending order so the most explosive batsmen appear first.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B3D191-C7C8-4451-A4BD-6C24B7AC4F1D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620241"/>
            <a:ext cx="5456486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5: Custom Strike Rate Calculator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278062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Beyond pre-loaded stats, the project includes an interactive calculator that lets users compute strike rates for </a:t>
            </a:r>
            <a:r>
              <a:rPr lang="en-US" sz="1050" i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combination of runs and balls. This turns passive viewing into active exploration.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50664" y="2011114"/>
            <a:ext cx="19870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0664" y="2340025"/>
            <a:ext cx="3853383" cy="1293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is prompted to enter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number of runs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is prompted to enter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number of balls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Program calculates: </a:t>
            </a:r>
            <a:r>
              <a:rPr lang="en-US" sz="10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(runs / balls) × 100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 is displayed with a fun contextual message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Handles edge cases like zero balls gracefully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45596" y="1873448"/>
            <a:ext cx="4051622" cy="2649736"/>
          </a:xfrm>
          <a:prstGeom prst="roundRect">
            <a:avLst>
              <a:gd name="adj" fmla="val 3741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83262" y="2011114"/>
            <a:ext cx="19870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83262" y="2340025"/>
            <a:ext cx="3776290" cy="122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Runs:</a:t>
            </a: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45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Balls:</a:t>
            </a: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30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Strike Rate:</a:t>
            </a: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150.00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🔥 That's a power-hitter's strike rate! You'd be opening in the IPL!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3262" y="3759250"/>
            <a:ext cx="3776290" cy="1026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83262" y="3958754"/>
            <a:ext cx="37762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can run the calculator multiple times to compare different hypothetical performances.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7BE488-7CEC-4082-8937-028B939C9A43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641524"/>
            <a:ext cx="5601816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6: The IPL Quiz — Optional but Fun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299344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launching into the quiz, the program asks the user: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"Do you want to take the IPL quiz? (y/n)"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This optional gate respects the user's choice — only those who press </a:t>
            </a:r>
            <a:r>
              <a:rPr lang="en-US" sz="10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proceed. Any other key skips the quiz entirely.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4" y="1894731"/>
            <a:ext cx="2680841" cy="55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8330" y="2583061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Prompt Shown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8330" y="2856905"/>
            <a:ext cx="24055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"Want to test your IPL knowledge? Press </a:t>
            </a: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</a:t>
            </a: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start, any other key to skip."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1505" y="1894731"/>
            <a:ext cx="2680915" cy="550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69171" y="2583061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 Presses 'y'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369171" y="2856905"/>
            <a:ext cx="2405583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Quiz launches immediately — 10 questions appear one at a time with multiple choice options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421" y="1894731"/>
            <a:ext cx="2680841" cy="550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0087" y="2583061"/>
            <a:ext cx="181012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 Presses Anything Else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50087" y="2856905"/>
            <a:ext cx="2405509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Quiz is skipped silently. The program continues or ends gracefully — no errors, no pressure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0664" y="3810223"/>
            <a:ext cx="8042672" cy="536823"/>
          </a:xfrm>
          <a:prstGeom prst="roundRect">
            <a:avLst>
              <a:gd name="adj" fmla="val 10772"/>
            </a:avLst>
          </a:prstGeom>
          <a:solidFill>
            <a:srgbClr val="022349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30" y="4009430"/>
            <a:ext cx="172045" cy="1376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8041" y="3968502"/>
            <a:ext cx="791482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optional design pattern is great UX — it gives users control without breaking the flow for those who want to participate.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23B32E-9D8E-4358-B094-37B33E29EE23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486296"/>
            <a:ext cx="4522366" cy="3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Step 7: Quiz Structure &amp; Scoring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50664" y="1100882"/>
            <a:ext cx="8042672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quiz consists of </a:t>
            </a:r>
            <a:r>
              <a:rPr lang="en-US" sz="10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 carefully crafted IPL questions</a:t>
            </a: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covering teams, players, records, and memorable moments. A timer tracks how long the user takes, adding a competitive layer to the experience.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664" y="1651695"/>
            <a:ext cx="3958828" cy="1337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51348" y="1750070"/>
            <a:ext cx="157460" cy="196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6144" y="2176537"/>
            <a:ext cx="20594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Questions Displayed One-by-One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6144" y="2433712"/>
            <a:ext cx="3667869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question appears individually with multiple-choice options (A, B, C, D), keeping focus sharp and the interface clean.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508" y="1651695"/>
            <a:ext cx="3958828" cy="13376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5192" y="1750070"/>
            <a:ext cx="157460" cy="196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79987" y="2176537"/>
            <a:ext cx="14580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Answer Validation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79987" y="2433712"/>
            <a:ext cx="3667869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input is captured and compared against the correct answer. Case-insensitive handling ensures "A", "a", and "A." all work.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664" y="3114377"/>
            <a:ext cx="3958828" cy="1542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51348" y="3212753"/>
            <a:ext cx="157460" cy="196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96144" y="3639220"/>
            <a:ext cx="14580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Score Tracking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96144" y="3896395"/>
            <a:ext cx="3667869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running score is maintained throughout. At the end, the user sees their total — e.g., </a:t>
            </a:r>
            <a:r>
              <a:rPr lang="en-US" sz="10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"You scored 7/10!"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4508" y="3114377"/>
            <a:ext cx="3958828" cy="1542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35192" y="3212753"/>
            <a:ext cx="157460" cy="196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79987" y="3639220"/>
            <a:ext cx="14580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Timer &amp; Scorecard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779987" y="3896395"/>
            <a:ext cx="3667869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</a:t>
            </a:r>
            <a:r>
              <a:rPr lang="en-US" sz="100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module records start and end timestamps. The final scorecard shows score, time taken, and a personalized message using the username.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6835" y="445219"/>
            <a:ext cx="3380184" cy="227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Project Summary &amp; What You've Built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706835" y="769293"/>
            <a:ext cx="5730255" cy="20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IPL Stats &amp; Quiz project is a complete, end-to-end interactive experience that combines data handling, user input, conditional logic, and time tracking — all in one Python program. Here's the full journey: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425" y="1032346"/>
            <a:ext cx="5683002" cy="24506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2869" y="3027177"/>
            <a:ext cx="1146010" cy="14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Strike Rate + Quiz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12869" y="2459902"/>
            <a:ext cx="1146010" cy="14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Match Data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12869" y="1898357"/>
            <a:ext cx="1146010" cy="14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Personal 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12869" y="1331082"/>
            <a:ext cx="1146010" cy="14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 Onboard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06835" y="3537496"/>
            <a:ext cx="5730255" cy="20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a learning perspective, this project touches on </a:t>
            </a:r>
            <a:r>
              <a:rPr lang="en-US" sz="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input/output handling</a:t>
            </a: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structures</a:t>
            </a: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(lists, dictionaries, tables), </a:t>
            </a:r>
            <a:r>
              <a:rPr lang="en-US" sz="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conditional logic</a:t>
            </a: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(y/n quiz gate), </a:t>
            </a:r>
            <a:r>
              <a:rPr lang="en-US" sz="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 operations</a:t>
            </a: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(strike rate formula), and </a:t>
            </a:r>
            <a:r>
              <a:rPr lang="en-US" sz="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 module usage</a:t>
            </a: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making it an excellent portfolio piece for any student or hobbyist developer.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1706835" y="3800549"/>
            <a:ext cx="2840831" cy="424607"/>
          </a:xfrm>
          <a:prstGeom prst="roundRect">
            <a:avLst>
              <a:gd name="adj" fmla="val 808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3304" y="3887019"/>
            <a:ext cx="908298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🏏</a:t>
            </a:r>
            <a:r>
              <a:rPr lang="en-US" sz="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Cricket Data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793304" y="4034433"/>
            <a:ext cx="2667893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IPL stats, teams, and player records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596185" y="3800549"/>
            <a:ext cx="2840906" cy="424607"/>
          </a:xfrm>
          <a:prstGeom prst="roundRect">
            <a:avLst>
              <a:gd name="adj" fmla="val 808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2654" y="3887019"/>
            <a:ext cx="908298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⚡</a:t>
            </a:r>
            <a:r>
              <a:rPr lang="en-US" sz="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Interactive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682654" y="4034433"/>
            <a:ext cx="2667967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User-driven inputs and personalized outputs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1706835" y="4273674"/>
            <a:ext cx="2840831" cy="424607"/>
          </a:xfrm>
          <a:prstGeom prst="roundRect">
            <a:avLst>
              <a:gd name="adj" fmla="val 808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3304" y="4360143"/>
            <a:ext cx="908298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🧠</a:t>
            </a:r>
            <a:r>
              <a:rPr lang="en-US" sz="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Educational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793304" y="4507557"/>
            <a:ext cx="2667893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Covers core Python concepts in a fun context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4596185" y="4273674"/>
            <a:ext cx="2840906" cy="424607"/>
          </a:xfrm>
          <a:prstGeom prst="roundRect">
            <a:avLst>
              <a:gd name="adj" fmla="val 808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2654" y="4360143"/>
            <a:ext cx="908298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🏆</a:t>
            </a:r>
            <a:r>
              <a:rPr lang="en-US" sz="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Complete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682654" y="4507557"/>
            <a:ext cx="2667967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End-to-end flow from login to final scorecard</a:t>
            </a:r>
            <a:endParaRPr lang="en-US" sz="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F31D7A-59BC-416E-8F98-7ED0A5EBB725}"/>
              </a:ext>
            </a:extLst>
          </p:cNvPr>
          <p:cNvSpPr/>
          <p:nvPr/>
        </p:nvSpPr>
        <p:spPr>
          <a:xfrm>
            <a:off x="3348132" y="4677037"/>
            <a:ext cx="5776692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Ja.n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.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Arunthamizhan</a:t>
            </a:r>
            <a:endParaRPr lang="en-US" sz="2400" b="1" cap="none" spc="0" dirty="0">
              <a:ln>
                <a:solidFill>
                  <a:schemeClr val="tx1"/>
                </a:solidFill>
              </a:ln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1294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Calibri</vt:lpstr>
      <vt:lpstr>Arial</vt:lpstr>
      <vt:lpstr>Barlow Medium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X40-J</cp:lastModifiedBy>
  <cp:revision>22</cp:revision>
  <dcterms:created xsi:type="dcterms:W3CDTF">2026-06-12T05:22:34Z</dcterms:created>
  <dcterms:modified xsi:type="dcterms:W3CDTF">2026-06-13T02:54:00Z</dcterms:modified>
</cp:coreProperties>
</file>